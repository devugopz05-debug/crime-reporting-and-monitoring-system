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16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49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237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575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233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62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93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4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04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82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63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4860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30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507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399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829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9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231C860-6A12-4889-8A3C-F36E48603B8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7EC1C41-E751-4B34-B785-26B35BDE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87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2">
                <a:shade val="92000"/>
                <a:satMod val="140000"/>
                <a:lumMod val="110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B68C-91C1-2DBC-20F2-54B06C0C3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0CB71-943D-48B4-F00D-3C3CEA9DB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69350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Droplet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Devika Mohan</dc:creator>
  <cp:lastModifiedBy>Devika Mohan</cp:lastModifiedBy>
  <cp:revision>1</cp:revision>
  <dcterms:created xsi:type="dcterms:W3CDTF">2026-01-19T17:50:21Z</dcterms:created>
  <dcterms:modified xsi:type="dcterms:W3CDTF">2026-01-19T17:59:35Z</dcterms:modified>
</cp:coreProperties>
</file>